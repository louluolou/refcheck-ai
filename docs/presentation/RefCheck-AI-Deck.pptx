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RefCheck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Basketball officiating review backed by the NBA rulebook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AI (Gemini) → structured play understanding → cited Fair / Bad / Inconclusive verdicts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Ruben Ronquillo  •  Cristobal Talamentes  •  Juan Reyes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 does RefCheck solve?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0972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Fans, players, and coaches argue about referee calls every week — usually without an objective, rule-grounded second opinion.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Clip goes viral / emotions run hot — but there's no quick link from "what we think we saw" to the actual rule text.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Single-camera phone video misses angles pros use in replay centers.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RefCheck doesn't replace the league — it helps everyday viewers compare what happened on the tape they have to the wording of official rules, with transparent reasoning.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RefCheck does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0972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 app where you: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Select basketball and upload a short clip (with optional in-browser trim).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Optionally record the call the ref made (blocking foul, charge, travel, etc.).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system watches the video with Gemini, picks relevant NBA rule snippets, and returns: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Fair call  ·  Bad call  ·  Inconclusive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Confidence, headline, reasoning, verbatim rule citations, and counter-arguments for transparency.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0972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app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Next.js (App Router) · React 19 · TypeScript · Tailwind CSS v4 · Framer Motion · Radix UI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validation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Google Gemini (multimodal video via Files API) · @google/genai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Zod schemas + post-validation (citations must be verbatim substrings of shipped rule text)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utilities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ffmpeg.wasm — trim long clips in the browser before upload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data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Curated NBA rule excerpts in TypeScript (`lib/rules/basketball.ts`) — designed so another sport can be added alongside.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0972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Observation (Gemini on video)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Neutral JSON: play description, timestamped key events, observable contact, ambiguity notes, candidate rule tags.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Rule retrieval (deterministic)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Match tags → pull up to six rule excerpts from the in-repo NBA rulebook.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— Verdict (Gemini on text + rules)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Fair / Bad / Inconclusive + confidence + headline + reasoning + citations + counterfactual.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Invalid citations stripped; zero remaining citations can force Inconclusive. Extra heuristics for travel / occlusion and contact-foul cases.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layout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0972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Landing — value prop and flow overview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/analyze — sport picker, upload + trimmer, call input, session history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/analyze/[id] — video player, key-event timeline, verdict card, rule citations, export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/about — pipeline and limitations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placeholder →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92040" y="1691640"/>
            <a:ext cx="3977640" cy="3154680"/>
          </a:xfrm>
          <a:prstGeom prst="rect">
            <a:avLst/>
          </a:prstGeom>
          <a:solidFill>
            <a:srgbClr val="121214"/>
          </a:solidFill>
          <a:ln w="12700">
            <a:solidFill>
              <a:srgbClr val="F5C518"/>
            </a:solidFill>
            <a:prstDash val="sysDash"/>
          </a:ln>
        </p:spPr>
      </p:sp>
      <p:sp>
        <p:nvSpPr>
          <p:cNvPr id="7" name="Text 5"/>
          <p:cNvSpPr/>
          <p:nvPr/>
        </p:nvSpPr>
        <p:spPr>
          <a:xfrm>
            <a:off x="4892040" y="29489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Replace with screenshot: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or verdict page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(diagram)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0972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pipeline / system diagram here — or use the SVG from the About page.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229600" cy="3520440"/>
          </a:xfrm>
          <a:prstGeom prst="rect">
            <a:avLst/>
          </a:prstGeom>
          <a:solidFill>
            <a:srgbClr val="121214"/>
          </a:solidFill>
          <a:ln w="12700">
            <a:solidFill>
              <a:srgbClr val="F5C518"/>
            </a:solidFill>
            <a:prstDash val="sysDash"/>
          </a:ln>
        </p:spPr>
      </p:sp>
      <p:sp>
        <p:nvSpPr>
          <p:cNvPr id="7" name="Text 5"/>
          <p:cNvSpPr/>
          <p:nvPr/>
        </p:nvSpPr>
        <p:spPr>
          <a:xfrm>
            <a:off x="502920" y="27660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Diagram / architecture slide image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(today)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0972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angle — many NBA replay decisions use multiple cameras.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 sampling &amp; model limits — fast footwork or referee occlusion can be misread or over-confident.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Basketball v1 only — other sports need their own rule modules.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Curated rule excerpts — not the full rulebook; quotes are validated against what we ship, not against live NBA PDFs.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Inconclusive is a feature when evidence isn't there — not a bug.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labels, ground truth &amp; training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10972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prompts + heuristics + general-purpose Gemini — strong prototype, not a calibrated officiating model.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with real data: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Collect clips with expert labels: fair / bad / inconclusive + occlusion tags + call type.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Use exported user notes (ground-truth field) and judge agreement as weak supervision.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Benchmark: when humans say "can't tell," the model should trend Inconclusive / low confidence.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Optional fine-tuning or distillation on observation + verdict JSON; or specialized footwork / pose models.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closes the gap between "demo" and production-grade sports officiating AI.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RefCheck AI — Ruben Ronquillo · Cristobal Talamentes · Juan Reyes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71800" y="3063240"/>
            <a:ext cx="3200400" cy="1691640"/>
          </a:xfrm>
          <a:prstGeom prst="rect">
            <a:avLst/>
          </a:prstGeom>
          <a:solidFill>
            <a:srgbClr val="121214"/>
          </a:solidFill>
          <a:ln w="12700">
            <a:solidFill>
              <a:srgbClr val="F5C518"/>
            </a:solidFill>
            <a:prstDash val="sysDash"/>
          </a:ln>
        </p:spPr>
      </p:sp>
      <p:sp>
        <p:nvSpPr>
          <p:cNvPr id="6" name="Text 4"/>
          <p:cNvSpPr/>
          <p:nvPr/>
        </p:nvSpPr>
        <p:spPr>
          <a:xfrm>
            <a:off x="2971800" y="35890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QR code or live demo URL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Add: GitHub repo URL · deployed app URL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RefCheck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RefCheck AI</dc:title>
  <dc:subject>Basketball officiating review</dc:subject>
  <dc:creator>RefCheck AI</dc:creator>
  <cp:lastModifiedBy>RefCheck AI</cp:lastModifiedBy>
  <cp:revision>1</cp:revision>
  <dcterms:created xsi:type="dcterms:W3CDTF">2026-05-01T11:14:10Z</dcterms:created>
  <dcterms:modified xsi:type="dcterms:W3CDTF">2026-05-01T11:14:10Z</dcterms:modified>
</cp:coreProperties>
</file>